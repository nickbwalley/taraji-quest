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3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1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8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9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5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7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7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92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5866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38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71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09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5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3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18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72330AA-E11E-458E-8798-12C7F7738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A6BDC1B0-0C91-4230-BFEB-9C8ED19B9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1836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8E0A26E-4EA8-4E6C-97A2-7B6C1C13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503868" y="1217868"/>
            <a:ext cx="6858001" cy="4422264"/>
          </a:xfrm>
          <a:custGeom>
            <a:avLst/>
            <a:gdLst>
              <a:gd name="connsiteX0" fmla="*/ 6858001 w 6858001"/>
              <a:gd name="connsiteY0" fmla="*/ 1177 h 5896352"/>
              <a:gd name="connsiteX1" fmla="*/ 6858001 w 6858001"/>
              <a:gd name="connsiteY1" fmla="*/ 1344715 h 5896352"/>
              <a:gd name="connsiteX2" fmla="*/ 6858000 w 6858001"/>
              <a:gd name="connsiteY2" fmla="*/ 1344715 h 5896352"/>
              <a:gd name="connsiteX3" fmla="*/ 6858000 w 6858001"/>
              <a:gd name="connsiteY3" fmla="*/ 5896352 h 5896352"/>
              <a:gd name="connsiteX4" fmla="*/ 0 w 6858001"/>
              <a:gd name="connsiteY4" fmla="*/ 5896351 h 5896352"/>
              <a:gd name="connsiteX5" fmla="*/ 0 w 6858001"/>
              <a:gd name="connsiteY5" fmla="*/ 904459 h 5896352"/>
              <a:gd name="connsiteX6" fmla="*/ 1 w 6858001"/>
              <a:gd name="connsiteY6" fmla="*/ 904459 h 5896352"/>
              <a:gd name="connsiteX7" fmla="*/ 1 w 6858001"/>
              <a:gd name="connsiteY7" fmla="*/ 0 h 5896352"/>
              <a:gd name="connsiteX8" fmla="*/ 40463 w 6858001"/>
              <a:gd name="connsiteY8" fmla="*/ 5883 h 5896352"/>
              <a:gd name="connsiteX9" fmla="*/ 159107 w 6858001"/>
              <a:gd name="connsiteY9" fmla="*/ 23196 h 5896352"/>
              <a:gd name="connsiteX10" fmla="*/ 245518 w 6858001"/>
              <a:gd name="connsiteY10" fmla="*/ 35299 h 5896352"/>
              <a:gd name="connsiteX11" fmla="*/ 348388 w 6858001"/>
              <a:gd name="connsiteY11" fmla="*/ 48073 h 5896352"/>
              <a:gd name="connsiteX12" fmla="*/ 470460 w 6858001"/>
              <a:gd name="connsiteY12" fmla="*/ 63369 h 5896352"/>
              <a:gd name="connsiteX13" fmla="*/ 605563 w 6858001"/>
              <a:gd name="connsiteY13" fmla="*/ 79506 h 5896352"/>
              <a:gd name="connsiteX14" fmla="*/ 757810 w 6858001"/>
              <a:gd name="connsiteY14" fmla="*/ 96483 h 5896352"/>
              <a:gd name="connsiteX15" fmla="*/ 923774 w 6858001"/>
              <a:gd name="connsiteY15" fmla="*/ 114469 h 5896352"/>
              <a:gd name="connsiteX16" fmla="*/ 1104139 w 6858001"/>
              <a:gd name="connsiteY16" fmla="*/ 132454 h 5896352"/>
              <a:gd name="connsiteX17" fmla="*/ 1296163 w 6858001"/>
              <a:gd name="connsiteY17" fmla="*/ 150776 h 5896352"/>
              <a:gd name="connsiteX18" fmla="*/ 1503275 w 6858001"/>
              <a:gd name="connsiteY18" fmla="*/ 167753 h 5896352"/>
              <a:gd name="connsiteX19" fmla="*/ 1719988 w 6858001"/>
              <a:gd name="connsiteY19" fmla="*/ 184058 h 5896352"/>
              <a:gd name="connsiteX20" fmla="*/ 1949045 w 6858001"/>
              <a:gd name="connsiteY20" fmla="*/ 198849 h 5896352"/>
              <a:gd name="connsiteX21" fmla="*/ 2187703 w 6858001"/>
              <a:gd name="connsiteY21" fmla="*/ 212969 h 5896352"/>
              <a:gd name="connsiteX22" fmla="*/ 2436649 w 6858001"/>
              <a:gd name="connsiteY22" fmla="*/ 226248 h 5896352"/>
              <a:gd name="connsiteX23" fmla="*/ 2564208 w 6858001"/>
              <a:gd name="connsiteY23" fmla="*/ 230955 h 5896352"/>
              <a:gd name="connsiteX24" fmla="*/ 2694509 w 6858001"/>
              <a:gd name="connsiteY24" fmla="*/ 236165 h 5896352"/>
              <a:gd name="connsiteX25" fmla="*/ 2826868 w 6858001"/>
              <a:gd name="connsiteY25" fmla="*/ 241040 h 5896352"/>
              <a:gd name="connsiteX26" fmla="*/ 2959914 w 6858001"/>
              <a:gd name="connsiteY26" fmla="*/ 244234 h 5896352"/>
              <a:gd name="connsiteX27" fmla="*/ 3095702 w 6858001"/>
              <a:gd name="connsiteY27" fmla="*/ 247091 h 5896352"/>
              <a:gd name="connsiteX28" fmla="*/ 3232862 w 6858001"/>
              <a:gd name="connsiteY28" fmla="*/ 250117 h 5896352"/>
              <a:gd name="connsiteX29" fmla="*/ 3372765 w 6858001"/>
              <a:gd name="connsiteY29" fmla="*/ 252134 h 5896352"/>
              <a:gd name="connsiteX30" fmla="*/ 3514040 w 6858001"/>
              <a:gd name="connsiteY30" fmla="*/ 252134 h 5896352"/>
              <a:gd name="connsiteX31" fmla="*/ 3656686 w 6858001"/>
              <a:gd name="connsiteY31" fmla="*/ 253142 h 5896352"/>
              <a:gd name="connsiteX32" fmla="*/ 3800704 w 6858001"/>
              <a:gd name="connsiteY32" fmla="*/ 252134 h 5896352"/>
              <a:gd name="connsiteX33" fmla="*/ 3946780 w 6858001"/>
              <a:gd name="connsiteY33" fmla="*/ 250117 h 5896352"/>
              <a:gd name="connsiteX34" fmla="*/ 4092855 w 6858001"/>
              <a:gd name="connsiteY34" fmla="*/ 248268 h 5896352"/>
              <a:gd name="connsiteX35" fmla="*/ 4240988 w 6858001"/>
              <a:gd name="connsiteY35" fmla="*/ 244234 h 5896352"/>
              <a:gd name="connsiteX36" fmla="*/ 4390492 w 6858001"/>
              <a:gd name="connsiteY36" fmla="*/ 240032 h 5896352"/>
              <a:gd name="connsiteX37" fmla="*/ 4539997 w 6858001"/>
              <a:gd name="connsiteY37" fmla="*/ 235157 h 5896352"/>
              <a:gd name="connsiteX38" fmla="*/ 4690873 w 6858001"/>
              <a:gd name="connsiteY38" fmla="*/ 228266 h 5896352"/>
              <a:gd name="connsiteX39" fmla="*/ 4843120 w 6858001"/>
              <a:gd name="connsiteY39" fmla="*/ 220029 h 5896352"/>
              <a:gd name="connsiteX40" fmla="*/ 4996054 w 6858001"/>
              <a:gd name="connsiteY40" fmla="*/ 212129 h 5896352"/>
              <a:gd name="connsiteX41" fmla="*/ 5148987 w 6858001"/>
              <a:gd name="connsiteY41" fmla="*/ 202044 h 5896352"/>
              <a:gd name="connsiteX42" fmla="*/ 5303978 w 6858001"/>
              <a:gd name="connsiteY42" fmla="*/ 189941 h 5896352"/>
              <a:gd name="connsiteX43" fmla="*/ 5456911 w 6858001"/>
              <a:gd name="connsiteY43" fmla="*/ 177839 h 5896352"/>
              <a:gd name="connsiteX44" fmla="*/ 5612588 w 6858001"/>
              <a:gd name="connsiteY44" fmla="*/ 163887 h 5896352"/>
              <a:gd name="connsiteX45" fmla="*/ 5768950 w 6858001"/>
              <a:gd name="connsiteY45" fmla="*/ 148591 h 5896352"/>
              <a:gd name="connsiteX46" fmla="*/ 5923255 w 6858001"/>
              <a:gd name="connsiteY46" fmla="*/ 132455 h 5896352"/>
              <a:gd name="connsiteX47" fmla="*/ 6079618 w 6858001"/>
              <a:gd name="connsiteY47" fmla="*/ 113629 h 5896352"/>
              <a:gd name="connsiteX48" fmla="*/ 6235294 w 6858001"/>
              <a:gd name="connsiteY48" fmla="*/ 93458 h 5896352"/>
              <a:gd name="connsiteX49" fmla="*/ 6391657 w 6858001"/>
              <a:gd name="connsiteY49" fmla="*/ 73455 h 5896352"/>
              <a:gd name="connsiteX50" fmla="*/ 6547333 w 6858001"/>
              <a:gd name="connsiteY50" fmla="*/ 50091 h 5896352"/>
              <a:gd name="connsiteX51" fmla="*/ 6702324 w 6858001"/>
              <a:gd name="connsiteY51" fmla="*/ 26222 h 589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896352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896352"/>
                </a:lnTo>
                <a:lnTo>
                  <a:pt x="0" y="5896351"/>
                </a:lnTo>
                <a:lnTo>
                  <a:pt x="0" y="904459"/>
                </a:lnTo>
                <a:lnTo>
                  <a:pt x="1" y="904459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841CC0-B7A9-4828-B82F-9C6B433BD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E05919-D800-40FD-A3BD-4B9CC407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571309" cy="6858000"/>
            <a:chOff x="0" y="0"/>
            <a:chExt cx="11428412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E70C79C-8688-4786-8FCD-43A4B5D5B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3"/>
            <a:stretch/>
          </p:blipFill>
          <p:spPr>
            <a:xfrm>
              <a:off x="0" y="2669685"/>
              <a:ext cx="4037012" cy="418831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A6338A0-2BDA-4E79-A762-AAD8608C0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40"/>
            <a:stretch/>
          </p:blipFill>
          <p:spPr>
            <a:xfrm>
              <a:off x="0" y="2892347"/>
              <a:ext cx="1522412" cy="2365453"/>
            </a:xfrm>
            <a:prstGeom prst="rect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685624D-3645-4129-9FF6-0C59DBF23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tx2">
                    <a:alpha val="7000"/>
                    <a:lumMod val="60000"/>
                    <a:lumOff val="40000"/>
                  </a:schemeClr>
                </a:gs>
                <a:gs pos="69000">
                  <a:schemeClr val="tx2">
                    <a:alpha val="0"/>
                    <a:lumMod val="60000"/>
                    <a:lumOff val="40000"/>
                  </a:schemeClr>
                </a:gs>
                <a:gs pos="36000">
                  <a:schemeClr val="tx2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3F24C1B-E4C1-43E7-84B3-DD476F383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3"/>
            <a:stretch/>
          </p:blipFill>
          <p:spPr>
            <a:xfrm>
              <a:off x="7999412" y="0"/>
              <a:ext cx="1603387" cy="114140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725CE5D-088A-4522-9817-4B485D6E7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320"/>
            <a:stretch/>
          </p:blipFill>
          <p:spPr>
            <a:xfrm>
              <a:off x="8605878" y="6096000"/>
              <a:ext cx="993734" cy="762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3564299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 err="1">
                <a:solidFill>
                  <a:srgbClr val="EBEBEB"/>
                </a:solidFill>
              </a:rPr>
              <a:t>Oxyworld-psa</a:t>
            </a:r>
            <a:r>
              <a:rPr lang="en-US" sz="4000" dirty="0">
                <a:solidFill>
                  <a:srgbClr val="EBEBEB"/>
                </a:solidFill>
              </a:rPr>
              <a:t> </a:t>
            </a:r>
            <a:r>
              <a:rPr lang="en-US" sz="4000" dirty="0" err="1">
                <a:solidFill>
                  <a:srgbClr val="EBEBEB"/>
                </a:solidFill>
              </a:rPr>
              <a:t>Medisam</a:t>
            </a:r>
            <a:r>
              <a:rPr lang="en-US" sz="4000" dirty="0">
                <a:solidFill>
                  <a:srgbClr val="EBEBEB"/>
                </a:solidFill>
              </a:rPr>
              <a:t> </a:t>
            </a:r>
            <a:r>
              <a:rPr lang="en-US" sz="4000" dirty="0" err="1">
                <a:solidFill>
                  <a:srgbClr val="EBEBEB"/>
                </a:solidFill>
              </a:rPr>
              <a:t>Medikal</a:t>
            </a:r>
            <a:r>
              <a:rPr lang="en-US" sz="4000" dirty="0">
                <a:solidFill>
                  <a:srgbClr val="EBEBEB"/>
                </a:solidFill>
              </a:rPr>
              <a:t> Healthcare </a:t>
            </a:r>
            <a:r>
              <a:rPr lang="en-US" sz="4000">
                <a:solidFill>
                  <a:srgbClr val="EBEBEB"/>
                </a:solidFill>
              </a:rPr>
              <a:t>Equipments</a:t>
            </a:r>
          </a:p>
        </p:txBody>
      </p:sp>
      <p:pic>
        <p:nvPicPr>
          <p:cNvPr id="27" name="Graphic 26" descr="Medical">
            <a:extLst>
              <a:ext uri="{FF2B5EF4-FFF2-40B4-BE49-F238E27FC236}">
                <a16:creationId xmlns:a16="http://schemas.microsoft.com/office/drawing/2014/main" id="{353874C9-09DC-7704-F690-D2B7494369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2515" y="2441986"/>
            <a:ext cx="2202627" cy="220262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277274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25651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OXYGEN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437734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273183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NITROGEN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154153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2331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CYROGENIC TANKS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26452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BS &amp; DN GAS SOCKETS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544"/>
            <a:ext cx="929282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30107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MODULAR SOCKET BOXES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47279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35766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CENTRAL VACUUM APPARATUS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24111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1542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FLOW METER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15696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14782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REGULATOR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733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1327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PENDANTS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210128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24881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NURSE CALL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212080"/>
            <a:ext cx="1327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PENDANTS</a:t>
            </a:r>
            <a:endParaRPr sz="1800" b="1" dirty="0">
              <a:solidFill>
                <a:srgbClr val="0066CC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355448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16EB86-5138-91A6-EE06-3551542AED89}"/>
              </a:ext>
            </a:extLst>
          </p:cNvPr>
          <p:cNvSpPr txBox="1"/>
          <p:nvPr/>
        </p:nvSpPr>
        <p:spPr>
          <a:xfrm>
            <a:off x="1133856" y="4844534"/>
            <a:ext cx="1327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PENDANTS</a:t>
            </a:r>
            <a:endParaRPr sz="1800" b="1" dirty="0">
              <a:solidFill>
                <a:srgbClr val="0066CC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1148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DDD785-D8EF-0E48-41CB-77CB86DD3B1C}"/>
              </a:ext>
            </a:extLst>
          </p:cNvPr>
          <p:cNvSpPr txBox="1"/>
          <p:nvPr/>
        </p:nvSpPr>
        <p:spPr>
          <a:xfrm>
            <a:off x="914400" y="5212080"/>
            <a:ext cx="1327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PENDANTS</a:t>
            </a:r>
            <a:endParaRPr sz="1800" b="1" dirty="0">
              <a:solidFill>
                <a:srgbClr val="0066CC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1148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EE9A8A-FF53-052A-FFFB-7A80CA0D9698}"/>
              </a:ext>
            </a:extLst>
          </p:cNvPr>
          <p:cNvSpPr txBox="1"/>
          <p:nvPr/>
        </p:nvSpPr>
        <p:spPr>
          <a:xfrm>
            <a:off x="914400" y="5212080"/>
            <a:ext cx="1327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PENDANTS</a:t>
            </a:r>
            <a:endParaRPr sz="1800" b="1" dirty="0">
              <a:solidFill>
                <a:srgbClr val="0066CC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1148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528CD-31E0-2286-9F7F-DFC93AC5258E}"/>
              </a:ext>
            </a:extLst>
          </p:cNvPr>
          <p:cNvSpPr txBox="1"/>
          <p:nvPr/>
        </p:nvSpPr>
        <p:spPr>
          <a:xfrm>
            <a:off x="914400" y="5212080"/>
            <a:ext cx="24881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66CC"/>
                </a:solidFill>
                <a:highlight>
                  <a:srgbClr val="00FF00"/>
                </a:highlight>
              </a:rPr>
              <a:t>NURSE CALL SYSTEMS</a:t>
            </a:r>
            <a:endParaRPr sz="1800" b="1" dirty="0">
              <a:solidFill>
                <a:srgbClr val="0066CC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731305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27FBC-9817-C8C3-F1F8-A28D8E17E738}"/>
              </a:ext>
            </a:extLst>
          </p:cNvPr>
          <p:cNvSpPr txBox="1"/>
          <p:nvPr/>
        </p:nvSpPr>
        <p:spPr>
          <a:xfrm>
            <a:off x="914400" y="5212080"/>
            <a:ext cx="24432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66CC"/>
                </a:solidFill>
                <a:highlight>
                  <a:srgbClr val="00FF00"/>
                </a:highlight>
              </a:rPr>
              <a:t>BEDSIDE CALL PANEL</a:t>
            </a:r>
            <a:endParaRPr sz="1800" b="1" dirty="0">
              <a:solidFill>
                <a:srgbClr val="0066CC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Phone: +1 (868) 788-2753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49</Words>
  <Application>Microsoft Office PowerPoint</Application>
  <PresentationFormat>On-screen Show (4:3)</PresentationFormat>
  <Paragraphs>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Ion</vt:lpstr>
      <vt:lpstr>Oxyworld-psa Medisam Medikal Healthcare Equipments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Bwalley</cp:lastModifiedBy>
  <cp:revision>3</cp:revision>
  <dcterms:created xsi:type="dcterms:W3CDTF">2013-01-27T09:14:16Z</dcterms:created>
  <dcterms:modified xsi:type="dcterms:W3CDTF">2025-07-27T08:15:12Z</dcterms:modified>
  <cp:category/>
</cp:coreProperties>
</file>